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0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33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84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61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6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00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99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40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5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68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45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72345-7C97-4CD8-BE50-944A128CCA7E}" type="datetimeFigureOut">
              <a:rPr lang="zh-CN" altLang="en-US" smtClean="0"/>
              <a:t>2019/3/26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0EF36-C585-4799-80EF-5FB2E2CB3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7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8810" y="1718628"/>
            <a:ext cx="1244906" cy="3205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浏览器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565335" y="1718628"/>
            <a:ext cx="1244906" cy="3205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Web </a:t>
            </a:r>
            <a:r>
              <a:rPr lang="zh-CN" altLang="en-US" dirty="0" smtClean="0"/>
              <a:t>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601860" y="1718628"/>
            <a:ext cx="1244906" cy="3205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Dao </a:t>
            </a:r>
            <a:r>
              <a:rPr lang="zh-CN" altLang="en-US" dirty="0" smtClean="0"/>
              <a:t>层</a:t>
            </a:r>
            <a:endParaRPr lang="zh-CN" altLang="en-US" dirty="0"/>
          </a:p>
        </p:txBody>
      </p:sp>
      <p:sp>
        <p:nvSpPr>
          <p:cNvPr id="8" name="圆柱形 7"/>
          <p:cNvSpPr/>
          <p:nvPr/>
        </p:nvSpPr>
        <p:spPr>
          <a:xfrm>
            <a:off x="9716877" y="1718628"/>
            <a:ext cx="1487277" cy="32059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9057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xgg</dc:creator>
  <cp:lastModifiedBy>xgg</cp:lastModifiedBy>
  <cp:revision>1</cp:revision>
  <dcterms:created xsi:type="dcterms:W3CDTF">2019-03-26T09:20:51Z</dcterms:created>
  <dcterms:modified xsi:type="dcterms:W3CDTF">2019-03-26T09:22:32Z</dcterms:modified>
</cp:coreProperties>
</file>